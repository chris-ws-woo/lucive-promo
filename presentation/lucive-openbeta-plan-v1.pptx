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Lucive 오픈베타 검증 및 운영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2026-04-24 | 준비 단계 + 4주 운영 단계 + KPI + Go/No-Go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64592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이번 알파의 목적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기반 LP가 감정적 연결과 자발적 복귀를 만드는지 검증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모집-선발-온보딩-커뮤니티-피드백 루프를 운영 가능한 형태로 실제로 돌려보기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6459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반드시 측정할 것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/ D30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완료율과 세션 길이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품질과 FGI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16459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운영 원칙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5월 1일 전에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알파는 4주간 운영하며 중간 체크업과 FGI를 병행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Alpha Test PO가 전체 readiness와 운영 체크 게이트 오너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이번 버전은 알파가 아니라 설문을 동반한 오픈베타 운영 기준으로 정리한다.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검증 포인트는 2개다: 관계 지속성 + 서사 견인력, 현재 수준의 UX 수용 가능성.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준비 일정뿐 아니라 4주 운영, FGI, 커뮤니티 정책, 버그/피드백 운영 시점까지 포함한다.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오픈베타에서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각 검증 포인트는 KPI와 오너, 운영 체크 시점으로 연결되어야 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2377440"/>
                <a:gridCol w="2743200"/>
                <a:gridCol w="1920240"/>
              </a:tblGrid>
              <a:tr h="17068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검증 축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가설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성공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오너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</a:tr>
              <a:tr h="170688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관계 지속성 + 서사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캐릭터와의 관계, 스토리가 복귀 이유를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캐릭터 친밀도, 평균 세션 타임, 복귀 이유 설문/FGI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친밀도 긍정 추이와 평균 세션 타임 유지, 설문/FGI에서 관계와 스토리가 복귀 이유로 반복 확인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 + 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170688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현재 수준의 UX 수용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현재 수준의 UX가 유저들의 재방문을 방해하지 않을 정도다.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리텐션(D1/D7 중심), UX 마찰 설문/FGI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리텐션이 유지되고 UX 마찰이 재방문 차단의 주원인으로 나타나지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 + 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준비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주신 일정표 기준으로 5월 1일 이전 준비와 5월 중순 런칭 게이트를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4/23-4/25: 오픈베타 목적, 일정, 캠페인 메시지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4/26-4/28: LP 3개 확정, 세계관 요약, 랜딩 QA, 사전등록 QA, 설문 QA, 온보딩 측정 구조 정리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4/29-4/30: KR/JP/US 공식 채널 오픈, 운영 가이드 확정, 1차 스토리라인 5개 완성, 5/1~5/7 콘텐츠 로드맵 준비, 공식사이트 Integration 최종 체크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5/01: 공식 채널 + 유료 캠페인 동시 오픈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5/01-5/07: 모집 진행, 일자별 개발/커뮤니티 스토리라인 운영, 2차 스토리라인 5개 완성, 퍼널 품질 모니터링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5/06: 모집 마감일을 5/8로 갈지 5/15로 늘릴지 결정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5/08-5/12: 선발, 온보딩 가이드, KPI 트래커, 버그 응대 체계, FGI 후속 설문 마무리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5/14: 3차 스토리라인 5개 완성, 전체 리허설과 Go/No-Go 판단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5/15 or 5/22: 권장 오픈베타 런칭일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오픈베타 4주 운영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운영 기간에는 주차별 체크업, 커뮤니티 정책, 버그/피드백 운영, FGI 일정이 함께 돌아가야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1: 런칭 직후 일일 체크업, 버그 접수/응대 안정화, 1차 FGI 대상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2: D7 초기 지표 리뷰, 알려진 이슈 보드 운영, 1차/2차 FGI 진행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3: 리텐션/커뮤니티 분위기 중간 리뷰, 버그/피드백 triage 재정렬, 운영 정책 업데이트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4: 종료 커뮤니케이션 준비, 보강 인터뷰, 최종 KPI/FGI 종합, 종료 공지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D+1, W1 중간, W2 중간, W3 중간, W4 종료 직전이 핵심 체크 포인트다.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운영 중 꼭 챙길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커뮤니티, 버그, 피드백, FGI는 일정과 함께 정책도 미리 준비돼 있어야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448056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커뮤니티 운영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첫 4주 콘텐츠 정책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주간 공지 / 개발 로그 / 기대치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 종료 커뮤니케이션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74320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버그 / 피드백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접수 채널 단일화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심각도, 상태, 공지 방식 표준화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피드백 triage 재정렬 주간 운영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246888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FGI / 리서치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1차/2차 FGI 일정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대상군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인용문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371600"/>
            <a:ext cx="2286000" cy="4480560"/>
          </a:xfrm>
          <a:prstGeom prst="roundRect">
            <a:avLst/>
          </a:prstGeom>
          <a:solidFill>
            <a:srgbClr val="BF3C31"/>
          </a:solidFill>
          <a:ln>
            <a:solidFill>
              <a:srgbClr val="BF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체크업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D+1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W1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W2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W3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W4 최종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상위 체크리스트 스냅샷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단계와 운영 단계를 하나의 관리표로 합쳤다.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4023360"/>
                <a:gridCol w="822960"/>
                <a:gridCol w="1737360"/>
                <a:gridCol w="1097280"/>
                <a:gridCol w="1645920"/>
              </a:tblGrid>
              <a:tr h="31735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담당팀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기한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체크 시점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목적과 성공 정의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5월 1일 채널 오픈 / 캠페인 시작 기준 일정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핵심 LP 3개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LP별 감정 훅과 차별 포인트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스토리 15개 목록과 구조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1차 스토리라인 5개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 직전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2차 스토리라인 5개 추가 완성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3차 스토리라인 5개 추가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직전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세계관 요약본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채팅용 이미지 최소 세트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보이스 샘플 최소 세트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일자별 커뮤니티 공개용 스포일러 안전 문구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핵심 캠페인 메시지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4/25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바이럴 가능 자산 3종 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랜딩 및 사전등록 E2E 검증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31736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설문 응답 저장과 스크리닝 동선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Go / No-Go 디시전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제품, 퍼널, 커뮤니티, 측정, 운영 중 하나라도 Blocker가 비면 런칭하면 안 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743200"/>
                <a:gridCol w="310896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디시전 포인트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No-Go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 최소 사용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플레이 가능, 진행 불가 버그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하나 이상 unusable 또는 치명 버그 지속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 자체가 안 돌면 알파의 의미가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복귀를 만들 콘텐츠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플레이 가능한 스토리 10개 이상, 15개 구조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복귀 이유가 너무 얕아 가설 검증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이번 알파는 서사 견인력 검증이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캠페인 전 채널 오픈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KR/JP/US 공식 채널 오픈 + 첫 주 게시물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유료 유입이 빈 채널로 떨어짐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기대감은 캠페인 전에 쌓아야 함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모집 퍼널 정상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랜딩 -&gt; 등록 -&gt; 설문 -&gt; 로스터 저장이 한 바퀴 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중간 어디선가 끊기거나 데이터가 유실됨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모집은 되는데 선발 운영이 안 되는 상황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핵심 KPI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D7, 같은 LP 재방문, 온보딩, 세션 길이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후에도 핵심 지표를 못 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검증형 알파 목적 상실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첫 72시간 + 4주 운영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일일 체크업, 버그/피드백 정책, FGI 일정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첫 주말 오너 없음, 운영 정책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초기 신뢰 붕괴와 중간 판단 실패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주 바로 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 마감과 운영 단계 설계를 동시에 당겨서 봐야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8912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4/28까지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랜딩/사전등록/설문 QA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세계관 요약과 스토리 15개 구조 확정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5/1까지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 스토리라인 5개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KR/JP/US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5/1~5/7 커뮤니티 콘텐츠 로드맵 게시 가능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520440" cy="43891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런칭 전까지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2차/3차 스토리라인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버그/피드백 운영 정책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4주 운영 체크업 / FGI 일정표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